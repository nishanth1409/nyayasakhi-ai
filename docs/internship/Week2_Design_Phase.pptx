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(30–45 sec): Introduce yourself and the internship context. State the project name and one-line purpose: helping rural women understand inheritance-related rights in simple language and find legal aid—not replacing lawyers.</a:t>
            </a:r>
          </a:p>
          <a:p/>
          <a:p>
            <a:r>
              <a:t>Mention that this deck summarizes what was completed in this week, decisions taken, and deliverables your guide can verify in the project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Week 2 as “blueprint before construction.” Supervisors value seeing ER diagrams and wireframes before screenshots of the final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risk reduction: bad design costs more to fix after 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demo DB is SQLite locally, say SQLite was acceptable for MVP while PostgreSQL remains the scale-up path from the tech stack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Bring printed or on-device wireframes if your guide prefers sketches over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foreshadows the actual Python service files created in Week 3—shows planned cohesion.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talking point for ethics: curated snippets + disclaimers + human legal aid referral.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 slide—expand only if your guide cares about repo hygiene for grading.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Offer pointers to the formal markdown documents in the repo without reading paths aloud—focus on substance.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stating readiness for implementation: Design is documented; we can build with fewer mid-course corrections.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40280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FD4FF"/>
                </a:solidFill>
                <a:latin typeface="Calibri"/>
              </a:rPr>
              <a:t>Week 2 — Progress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8046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System Design — Data Model, UI Flows, Modules &amp;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8138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63A5E"/>
                </a:solidFill>
                <a:latin typeface="Calibri"/>
              </a:rPr>
              <a:t>Inheritance Dispute Resolver for Rural Women
</a:t>
            </a:r>
          </a:p>
          <a:p>
            <a:r>
              <a:rPr sz="1200" b="0">
                <a:solidFill>
                  <a:srgbClr val="334155"/>
                </a:solidFill>
                <a:latin typeface="Calibri"/>
              </a:rPr>
              <a:t>AI-assisted guidance on inheritance rights · Legal aid connection · Local languages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16052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Prepared for academic / internship review with supervisor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Presenter: Walk through each bullet slowly; speaker notes contain extra talking 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440680"/>
            <a:ext cx="2926080" cy="411480"/>
          </a:xfrm>
          <a:prstGeom prst="roundRect">
            <a:avLst/>
          </a:prstGeom>
          <a:solidFill>
            <a:srgbClr val="D1FAE5"/>
          </a:solidFill>
          <a:ln>
            <a:solidFill>
              <a:srgbClr val="0D9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50468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65246"/>
                </a:solidFill>
                <a:latin typeface="Calibri"/>
              </a:rPr>
              <a:t>Weekly milestone: Completed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2  ·  Weekly milestone: Completed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A5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How this session is structured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813816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76809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1. Translate requirements into a concrete data model (database / ER thinking)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2. Design user journeys through wireframes before coding screens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3. Define software modules, responsibilities, and data flow between them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4. Plan content and seed data for explanation / retrieval (dataset &amp; corpus)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5. Organize the repository so teams can work in parallel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2  ·  Weekly milestone: Completed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63A5E"/>
                </a:solidFill>
                <a:latin typeface="Calibri"/>
              </a:rPr>
              <a:t>Design goals for 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813816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Move from “what the system should do” (Week 1) to “how data and screens will work together” without writing production logic yet.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Make implicit assumptions explicit: which entities exist, how legal aid records are shaped, and how user input reaches the explanation layer.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Prepare enough structured content so development Week 3 is not blocked waiting for sample legal snippets or aid rows.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2  ·  Weekly milestone: Completed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63A5E"/>
                </a:solidFill>
                <a:latin typeface="Calibri"/>
              </a:rPr>
              <a:t>Database &amp; ER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Result: a clear ER-style specification backing the legal aid module and feedback storage.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8138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Identified core entities such as legal aid organizations, locations, contact channels, and feedback records suitable for an MVP relational model.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Documented relationships (for example which listings belong to which region) so queries for “filter by district/state” are straightforward.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Chose normalization vs. pragmatic denormalization where export/import of aid data from spreadsheets was anticipated.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2  ·  Weekly milestone: Completed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63A5E"/>
                </a:solidFill>
                <a:latin typeface="Calibri"/>
              </a:rPr>
              <a:t>UI/UX wireframes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8138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Mapped primary journeys: language selection, guided questionnaire, reading the explanation with disclaimer, browsing/filtering aid, submitting feedback.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Optimized for reduced cognitive load: fewer steps on small screens, readable typography, obvious next actions.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Wireframes were agreed before pixel-perfect UI so developers did not rework layouts mid-sprint.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2  ·  Weekly milestone: Completed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63A5E"/>
                </a:solidFill>
                <a:latin typeface="Calibri"/>
              </a:rPr>
              <a:t>Module design &amp;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8138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Split the backend logically: explanation orchestration, retrieval over textual corpus, legal aid services, feedback capture.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Defined inputs and outputs between modules so each can be tested independently and swapped later (e.g., different retriever).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Documented end-to-end input/output flow from HTTP request to response payload—including error handling philosophy.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2  ·  Weekly milestone: Completed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63A5E"/>
                </a:solidFill>
                <a:latin typeface="Calibri"/>
              </a:rPr>
              <a:t>Dataset planning &amp; seed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8138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Recorded what text snippets or FAQs would seed retrieval so explanations stay grounded rather than purely hallucinated.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Prepared an initial corpus folder structure so content editors (or developers) can add vetted excerpts incrementally.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Aligned dataset notes with disclaimer language—corpus is supportive material, not a statute substitute.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2  ·  Weekly milestone: Completed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63A5E"/>
                </a:solidFill>
                <a:latin typeface="Calibri"/>
              </a:rPr>
              <a:t>Repository &amp; folder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8138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Established feature-oriented folders separating frontend, backend, documentation, and data so collaborators navigate quickly.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Keeps configuration and multilingual copy manageable as the project grows.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2  ·  Weekly milestone: Completed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63A5E"/>
                </a:solidFill>
                <a:latin typeface="Calibri"/>
              </a:rPr>
              <a:t>Deliverables produced by end of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8138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Database / ER documentation describing entities and relationships.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Wireframe set covering critical user paths.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Module design document with boundaries and I/O description.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Dataset plan with seed corpus location and usage intent.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2  ·  Weekly milestone: Completed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6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Week 2 — Key outcomes &amp; message for the guide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8138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0D9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76352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✓ Design artifacts connect SRS requirements to implementable structure.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✓ Wireframes and ER thinking reduced UI and data surprises during coding.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✓ Module boundaries directly supported the service-oriented backend delivered next.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✓ Dataset groundwork enabled retrieval-style explanations in Week 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63640"/>
            <a:ext cx="8138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9478"/>
                </a:solidFill>
                <a:latin typeface="Calibri"/>
              </a:rPr>
              <a:t>Thank you — questions &amp; feedback welcome.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2  ·  Weekly milestone: Completed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