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(30–45 sec): Introduce yourself and the internship context. State the project name and one-line purpose: helping rural women understand inheritance-related rights in simple language and find legal aid—not replacing lawyers.</a:t>
            </a:r>
          </a:p>
          <a:p/>
          <a:p>
            <a:r>
              <a:t>Mention that this deck summarizes what was completed in this week, decisions taken, and deliverables your guide can verify in the project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Week 3 as the transition from paper design to running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demoing live: mention base URL and that endpoints return JSON consumed by the SPA.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may briefly show the running app after the presentation if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back to FR-2 and FR-3 from the SRS.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sample volume if required by acceptance criteria (e.g., minimum entries).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inclusion (language) and responsible metrics (feedback without PII).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benefit: one module failing tests does not obscure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AI: clarify current vs. roadmap—grounding + disclaimer + aid linkage is the ethical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honestly what remains for hardening—usually Week 4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with: This week proved feasibility; next week proves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4028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FD4FF"/>
                </a:solidFill>
                <a:latin typeface="Calibri"/>
              </a:rPr>
              <a:t>Week 3 — Progress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Core Implementation — Web API, User Interface &amp;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8138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3A5E"/>
                </a:solidFill>
                <a:latin typeface="Calibri"/>
              </a:rPr>
              <a:t>Inheritance Dispute Resolver for Rural Women
</a:t>
            </a:r>
          </a:p>
          <a:p>
            <a:r>
              <a:rPr sz="1200" b="0">
                <a:solidFill>
                  <a:srgbClr val="334155"/>
                </a:solidFill>
                <a:latin typeface="Calibri"/>
              </a:rPr>
              <a:t>AI-assisted guidance on inheritance rights · Legal aid connection · Local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6052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Prepared for academic / internship review with supervisor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Presenter: Walk through each bullet slowly; speaker notes contain extra talking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440680"/>
            <a:ext cx="2926080" cy="411480"/>
          </a:xfrm>
          <a:prstGeom prst="roundRect">
            <a:avLst/>
          </a:prstGeom>
          <a:solidFill>
            <a:srgbClr val="D1FAE5"/>
          </a:solidFill>
          <a:ln>
            <a:solidFill>
              <a:srgbClr val="0D9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0468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65246"/>
                </a:solidFill>
                <a:latin typeface="Calibri"/>
              </a:rPr>
              <a:t>Weekly milestone: 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How this session is structured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8138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7680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1. Backend: FastAPI application structure and REST endpoints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2. Frontend: React application and main user journeys implemented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3. Core user-visible features: explain flow, legal aid, languages, feedback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4. Internal architecture: modular services for maintainability and testing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5. Outputs delivered at the end of this development week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Backend implementation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Python 3 + FastAPI as planned in Week 1–2.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Delivered a FastAPI application exposing REST endpoints consumed by the React frontend.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Central entry wires routing, middleware-style concerns, and service injection patterns suitable for unit and API testing.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OpenAPI/Swagger remains available in development for quick verification of request and response shapes.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Frontend implementation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React + Vite toolchain for fast iteration.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Built a single-page application that orchestrates user steps: pick language, follow guided prompts, view explanations and disclaimers.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Integrated calls to backend APIs for explanations, legal aid data, and feedback submission.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Prioritized responsive layout so the primary flows work on typical smartphones used in rural contexts.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Feature: guided explanation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Users progress through a structured questionnaire instead of a single open chat—reduces vague inputs and supports safer prompts.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Responses include informational text plus explicit disclaimer that the software does not provide certified legal advice.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Designed so retrieval or policy-aware logic can populate answers consistently.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Feature: legal aid directory &amp;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Implemented listing of aid resources with filtering so users can narrow by geography or relevance.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Supports the social goal: after understanding rights abstractly, users get actionable contacts.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Static or config-driven data aligns with MVP admin expectations.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Feature: multilingual interface &amp;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Localization for English, Kannada, and Hindi so explanations and chrome reach more first-language users.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Feedback capture lets the team measure helpfulness without collecting unnecessary personally identifiable information.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Feedback endpoint pairs with a simple UI control so improvement is data-informed.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Modular backend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Separation improves readability, testing, and future ML/RAG upgrades.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Explanation logic isolated for prompt orchestration and future model swaps.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Retrieval service encapsulates lookup over corpus-like content for grounded responses.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Legal aid service encapsulates queries/filtering over aid records.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Feedback service isolates persistence or forwarding of anonymous ratings.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Retrieval baseline &amp; ML-ready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Initial retrieval pathway connects stored snippets to the explanation pipeline even before advanced ML.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Structure leaves room for embeddings or vector search, matching the documented stack plan.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Keeps the product honest: strive for grounded text plus disclaimers rather than unconstrained generation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3A5E"/>
                </a:solidFill>
                <a:latin typeface="Calibri"/>
              </a:rPr>
              <a:t>Deliverables produced by end of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Runnable backend with core endpoints and modular services.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Functional frontend implementing primary journeys.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Working localization and feedback loop.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Baseline retrieval integration aligned with dataset preparation from Week 2.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Week 3 — Key outcomes &amp; message for the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8138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0D9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76352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End-to-end functionality existed on the developer machine: users could complete the main story arc.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Code organization reflected design boundaries—easier handoff and review.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Multilingual UX and legal aid linkage delivered on the social promise of the SRS.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✓ Next focus: integrate pieces robustly, automate tests, and fix defects (Week 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478"/>
                </a:solidFill>
                <a:latin typeface="Calibri"/>
              </a:rPr>
              <a:t>Thank you — questions &amp; feedback welcome.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Inheritance Dispute Resolver for Rural Women  ·  Week 3  ·  Weekly milestone: Completed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