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4 — Integration, Testing &amp;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NyayaSakhi AI · Multilingual legal guidance · Project evolution vs earlier weekly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Week 4 engineering goals: integrate modules, validate end-to-end, harden errors</a:t>
            </a:r>
          </a:p>
          <a:p>
            <a:pPr>
              <a:spcAft>
                <a:spcPts val="600"/>
              </a:spcAft>
              <a:defRPr sz="2000"/>
            </a:pPr>
            <a:r>
              <a:t>What changed since the Week 3 slides: architecture &amp; product alignment</a:t>
            </a:r>
          </a:p>
          <a:p>
            <a:pPr>
              <a:spcAft>
                <a:spcPts val="600"/>
              </a:spcAft>
              <a:defRPr sz="2000"/>
            </a:pPr>
            <a:r>
              <a:t>New capabilities: document understanding pipeline + voice controls</a:t>
            </a:r>
          </a:p>
          <a:p>
            <a:pPr>
              <a:spcAft>
                <a:spcPts val="600"/>
              </a:spcAft>
              <a:defRPr sz="2000"/>
            </a:pPr>
            <a:r>
              <a:t>Testing strategy, known limits, and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— primary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End-to-end: Home → Chat (streaming) → Guidance → Help → Document upload</a:t>
            </a:r>
          </a:p>
          <a:p>
            <a:pPr>
              <a:spcAft>
                <a:spcPts val="600"/>
              </a:spcAft>
              <a:defRPr sz="2000"/>
            </a:pPr>
            <a:r>
              <a:t>Single AI entry point: Supabase Edge Function nyaya-chat (SSE)</a:t>
            </a:r>
          </a:p>
          <a:p>
            <a:pPr>
              <a:spcAft>
                <a:spcPts val="600"/>
              </a:spcAft>
              <a:defRPr sz="2000"/>
            </a:pPr>
            <a:r>
              <a:t>Client-side extraction: PDF text (pdfjs-dist) + image OCR (tesseract.js)</a:t>
            </a:r>
          </a:p>
          <a:p>
            <a:pPr>
              <a:spcAft>
                <a:spcPts val="600"/>
              </a:spcAft>
              <a:defRPr sz="2000"/>
            </a:pPr>
            <a:r>
              <a:t>Verify multilingual UI, strict reply-language prompts, and helpline 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Evolution: Week 3 deck vs current codebase (honest alignment)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Week 3 presentation described</a:t>
            </a:r>
          </a:p>
          <a:p>
            <a:pPr>
              <a:spcAft>
                <a:spcPts val="400"/>
              </a:spcAft>
              <a:defRPr sz="1600"/>
            </a:pPr>
            <a:r>
              <a:t>Title: “Inheritance Dispute Resolver”</a:t>
            </a:r>
          </a:p>
          <a:p>
            <a:pPr>
              <a:spcAft>
                <a:spcPts val="400"/>
              </a:spcAft>
              <a:defRPr sz="1600"/>
            </a:pPr>
            <a:r>
              <a:t>Backend: Python FastAPI + REST</a:t>
            </a:r>
          </a:p>
          <a:p>
            <a:pPr>
              <a:spcAft>
                <a:spcPts val="400"/>
              </a:spcAft>
              <a:defRPr sz="1600"/>
            </a:pPr>
            <a:r>
              <a:t>Modular services + retrieval baseline</a:t>
            </a:r>
          </a:p>
          <a:p>
            <a:pPr>
              <a:spcAft>
                <a:spcPts val="400"/>
              </a:spcAft>
              <a:defRPr sz="1600"/>
            </a:pPr>
            <a:r>
              <a:t>Guided questionnaire as main flow</a:t>
            </a:r>
          </a:p>
          <a:p>
            <a:pPr>
              <a:spcAft>
                <a:spcPts val="400"/>
              </a:spcAft>
              <a:defRPr sz="1600"/>
            </a:pPr>
            <a:r>
              <a:t>Localization: EN / Kannada / Hindi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Current NyayaSakhi AI implementation</a:t>
            </a:r>
          </a:p>
          <a:p>
            <a:pPr>
              <a:spcAft>
                <a:spcPts val="400"/>
              </a:spcAft>
              <a:defRPr sz="1600"/>
            </a:pPr>
            <a:r>
              <a:t>Product: NyayaSakhi AI (streaming legal assistant)</a:t>
            </a:r>
          </a:p>
          <a:p>
            <a:pPr>
              <a:spcAft>
                <a:spcPts val="400"/>
              </a:spcAft>
              <a:defRPr sz="1600"/>
            </a:pPr>
            <a:r>
              <a:t>Backend: Supabase Edge (Deno) — not FastAPI in this repo</a:t>
            </a:r>
          </a:p>
          <a:p>
            <a:pPr>
              <a:spcAft>
                <a:spcPts val="400"/>
              </a:spcAft>
              <a:defRPr sz="1600"/>
            </a:pPr>
            <a:r>
              <a:t>LLM via gateway; RAG/corpus services not in MVP path yet</a:t>
            </a:r>
          </a:p>
          <a:p>
            <a:pPr>
              <a:spcAft>
                <a:spcPts val="400"/>
              </a:spcAft>
              <a:defRPr sz="1600"/>
            </a:pPr>
            <a:r>
              <a:t>Chat + guidance wizard + help + new “Upload document” journey</a:t>
            </a:r>
          </a:p>
          <a:p>
            <a:pPr>
              <a:spcAft>
                <a:spcPts val="400"/>
              </a:spcAft>
              <a:defRPr sz="1600"/>
            </a:pPr>
            <a:r>
              <a:t>Broader Indian language set + enforced reply language in prompts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deck and code diverged — professional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Weekly slides are planning artifacts; implementation followed sponsor/platform choices (Lovable + Supabase).</a:t>
            </a:r>
          </a:p>
          <a:p>
            <a:pPr>
              <a:spcAft>
                <a:spcPts val="600"/>
              </a:spcAft>
              <a:defRPr sz="2000"/>
            </a:pPr>
            <a:r>
              <a:t>Serverless Edge Functions replace a long-running FastAPI VM for AI proxying: simpler ops and secure secret storage.</a:t>
            </a:r>
          </a:p>
          <a:p>
            <a:pPr>
              <a:spcAft>
                <a:spcPts val="600"/>
              </a:spcAft>
              <a:defRPr sz="2000"/>
            </a:pPr>
            <a:r>
              <a:t>Generative chat with streaming improves perceived speed vs blocking REST JSON for long answers.</a:t>
            </a:r>
          </a:p>
          <a:p>
            <a:pPr>
              <a:spcAft>
                <a:spcPts val="600"/>
              </a:spcAft>
              <a:defRPr sz="2000"/>
            </a:pPr>
            <a:r>
              <a:t>Document upload was added after core chat: users can attach PDFs/photos for plain-language explanation.</a:t>
            </a:r>
          </a:p>
          <a:p>
            <a:pPr>
              <a:spcAft>
                <a:spcPts val="600"/>
              </a:spcAft>
              <a:defRPr sz="2000"/>
            </a:pPr>
            <a:r>
              <a:t>Takeaway for examiners: requirements (multilingual, legal aid, safety) stayed; the technical stack evolved.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/ integration architecture (current)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Browser → POST /functions/v1/nyaya-chat with Supabase publishable key</a:t>
            </a:r>
          </a:p>
          <a:p>
            <a:pPr>
              <a:spcAft>
                <a:spcPts val="600"/>
              </a:spcAft>
              <a:defRPr sz="2000"/>
            </a:pPr>
            <a:r>
              <a:t>Edge Function builds system prompt (domain, tone, 181 / legal aid) + forwards streaming completion</a:t>
            </a:r>
          </a:p>
          <a:p>
            <a:pPr>
              <a:spcAft>
                <a:spcPts val="600"/>
              </a:spcAft>
              <a:defRPr sz="2000"/>
            </a:pPr>
            <a:r>
              <a:t>Secrets: LOVABLE_API_KEY only on server; never embedded in Vite bundle</a:t>
            </a:r>
          </a:p>
          <a:p>
            <a:pPr>
              <a:spcAft>
                <a:spcPts val="600"/>
              </a:spcAft>
              <a:defRPr sz="2000"/>
            </a:pPr>
            <a:r>
              <a:t>Same endpoint powers VoiceChat and DocumentUpload “ask AI” after text extraction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 — Document upload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Accepts PDF or image; caps ~10 MB and ~8000 chars excerpt for safety/latency</a:t>
            </a:r>
          </a:p>
          <a:p>
            <a:pPr>
              <a:spcAft>
                <a:spcPts val="600"/>
              </a:spcAft>
              <a:defRPr sz="2000"/>
            </a:pPr>
            <a:r>
              <a:t>PDF: extract text with pdfjs (up to 15 pages)</a:t>
            </a:r>
          </a:p>
          <a:p>
            <a:pPr>
              <a:spcAft>
                <a:spcPts val="600"/>
              </a:spcAft>
              <a:defRPr sz="2000"/>
            </a:pPr>
            <a:r>
              <a:t>Images: OCR with tesseract.js; language hint from UI BCP-47 map</a:t>
            </a:r>
          </a:p>
          <a:p>
            <a:pPr>
              <a:spcAft>
                <a:spcPts val="600"/>
              </a:spcAft>
              <a:defRPr sz="2000"/>
            </a:pPr>
            <a:r>
              <a:t>User message forces Gemini to answer only in the selected Indian language</a:t>
            </a:r>
          </a:p>
          <a:p>
            <a:pPr>
              <a:spcAft>
                <a:spcPts val="600"/>
              </a:spcAft>
              <a:defRPr sz="2000"/>
            </a:pPr>
            <a:r>
              <a:t>Optional read-aloud after stream completes; voice on/off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enforcement &amp; accessibility (recent changes)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Document flow: explicit “reply ONLY in {language}” instruction reduces English bleed-through</a:t>
            </a:r>
          </a:p>
          <a:p>
            <a:pPr>
              <a:spcAft>
                <a:spcPts val="600"/>
              </a:spcAft>
              <a:defRPr sz="2000"/>
            </a:pPr>
            <a:r>
              <a:t>Voice toggle on upload screen: stop/start TTS without leaving the flow</a:t>
            </a:r>
          </a:p>
          <a:p>
            <a:pPr>
              <a:spcAft>
                <a:spcPts val="600"/>
              </a:spcAft>
              <a:defRPr sz="2000"/>
            </a:pPr>
            <a:r>
              <a:t>Full wizard strings translated (earlier milestone) — consistent UX across modules</a:t>
            </a:r>
          </a:p>
          <a:p>
            <a:pPr>
              <a:spcAft>
                <a:spcPts val="600"/>
              </a:spcAft>
              <a:defRPr sz="2000"/>
            </a:pPr>
            <a:r>
              <a:t>Header branding: logo + favicon refresh for trust and 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&amp; system testing (Week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Happy path: stream tokens in chat; upload small PDF; verify explanation language</a:t>
            </a:r>
          </a:p>
          <a:p>
            <a:pPr>
              <a:spcAft>
                <a:spcPts val="600"/>
              </a:spcAft>
              <a:defRPr sz="2000"/>
            </a:pPr>
            <a:r>
              <a:t>Failure paths: 429 rate limit, 402 credits, network loss → toast + recoverable UI</a:t>
            </a:r>
          </a:p>
          <a:p>
            <a:pPr>
              <a:spcAft>
                <a:spcPts val="600"/>
              </a:spcAft>
              <a:defRPr sz="2000"/>
            </a:pPr>
            <a:r>
              <a:t>Cross-browser: speech APIs differ; document OCR heavier on low-end phones</a:t>
            </a:r>
          </a:p>
          <a:p>
            <a:pPr>
              <a:spcAft>
                <a:spcPts val="600"/>
              </a:spcAft>
              <a:defRPr sz="2000"/>
            </a:pPr>
            <a:r>
              <a:t>Vitest present (npm test); extend unit tests for pure helpers next sprint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Integrated SPA with five top-level views including upload</a:t>
            </a:r>
          </a:p>
          <a:p>
            <a:pPr>
              <a:spcAft>
                <a:spcPts val="600"/>
              </a:spcAft>
              <a:defRPr sz="2000"/>
            </a:pPr>
            <a:r>
              <a:t>Documented delta from older Week 3 narrative to deployed architecture</a:t>
            </a:r>
          </a:p>
          <a:p>
            <a:pPr>
              <a:spcAft>
                <a:spcPts val="600"/>
              </a:spcAft>
              <a:defRPr sz="2000"/>
            </a:pPr>
            <a:r>
              <a:t>Manual test log + screenshots recommended for report appendix</a:t>
            </a:r>
          </a:p>
          <a:p>
            <a:pPr>
              <a:spcAft>
                <a:spcPts val="600"/>
              </a:spcAft>
              <a:defRPr sz="2000"/>
            </a:pPr>
            <a:r>
              <a:t>Week 5: final report, deployment hardening, demo video, consolidated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feedback — NyayaSakhi AI · Week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