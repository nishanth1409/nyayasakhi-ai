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(30–45 sec): Introduce yourself and the internship context. State the project name and one-line purpose: helping rural women understand inheritance-related rights in simple language and find legal aid—not replacing lawyers.</a:t>
            </a:r>
          </a:p>
          <a:p/>
          <a:p>
            <a:r>
              <a:t>Mention that this deck summarizes what was completed in this week, decisions taken, and deliverables your guide can verify in the project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week is often undervalued—stress that shipping is integration +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an example: "API returned 200 in Swagger but UI showed error until we fixed …" only if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pass count from your environment if it matches—weekly status said four tests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Translate jargon: compileall = syntax sweep; npm build = real bundle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Shows you read release notes—not only feature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wins: debugging is not failure—it is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to Week 5: final report, deployment notes, demo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"We can defend quality with tests and builds, not only narratives." Invite technical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40280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FD4FF"/>
                </a:solidFill>
                <a:latin typeface="Calibri"/>
              </a:rPr>
              <a:t>Week 4 — Progress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Integration, Automated Testing, Validation &amp; Stabilization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8138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3A5E"/>
                </a:solidFill>
                <a:latin typeface="Calibri"/>
              </a:rPr>
              <a:t>Inheritance Dispute Resolver for Rural Women
</a:t>
            </a:r>
          </a:p>
          <a:p>
            <a:r>
              <a:rPr sz="1200" b="0">
                <a:solidFill>
                  <a:srgbClr val="334155"/>
                </a:solidFill>
                <a:latin typeface="Calibri"/>
              </a:rPr>
              <a:t>AI-assisted guidance on inheritance rights · Legal aid connection · Local 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6052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Prepared for academic / internship review with supervisor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Presenter: Walk through each bullet slowly; speaker notes contain extra talking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440680"/>
            <a:ext cx="2926080" cy="411480"/>
          </a:xfrm>
          <a:prstGeom prst="roundRect">
            <a:avLst/>
          </a:prstGeom>
          <a:solidFill>
            <a:srgbClr val="D1FAE5"/>
          </a:solidFill>
          <a:ln>
            <a:solidFill>
              <a:srgbClr val="0D9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0468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65246"/>
                </a:solidFill>
                <a:latin typeface="Calibri"/>
              </a:rPr>
              <a:t>Weekly milestone: Completed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4  ·  Weekly milestone: Completed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How this session is structured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81381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76809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1. Why integration was its own milestone—not implicit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2. Automated tests added and how they protect core behavior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3. Static validation: Python bytecode compile + frontend production build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4. Framework maintenance: FastAPI lifespan modernization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5. Concrete outcomes you can rely on for demo readiness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4  ·  Weekly milestone: Completed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Integration in plain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81381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Individual modules could work in isolation yet fail when wired together—integration confirms the frontend, backend, and on-disk resources behave as one product.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End-to-end runs on a local machine mirror what reviewers experience during demo.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Issues found here (CORS, paths, env vars, API contracts) were debugged before documentation and presentation polish.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4  ·  Weekly milestone: 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Automated API / unit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Quality signal for supervisors and for CI if enabled later.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Added pytest-based tests targeting HTTP endpoints and critical logic paths.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Latest run: all tests passing—demonstrates repeatable verification instead of only manual clicking.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Tests anchor regressions: future changes must not silently break consent flows or aid listing contracts.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4  ·  Weekly milestone: Completed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Additional validation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Compiled Python sources to bytecode across the backend package tree to catch syntax errors early.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Built the frontend with the production bundler to ensure dependencies and imports resolve for deployment-shaped artifacts.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Together, these reduce "works on my machine" surprises during evaluation.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4  ·  Weekly milestone: Completed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Framework housekeeping (FastAPI lifespan)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Migrated startup/shutdown logic to the modern lifespan pattern recommended by FastAPI—removes deprecated event hooks.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Improves forward compatibility with newer library versions and keeps warnings manageable.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Small change with outsized impact on long-term maintainability.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4  ·  Weekly milestone: Completed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Debugging &amp; modularization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Resolved cross-component defects discovered only after integration (realistic software engineering).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Refined backend modules for clarity after observing actual call patterns.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Outcome: a cohesive local runnable system suitable for supervised demo and documentation.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4  ·  Weekly milestone: Completed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Deliverables produced by end of 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Integrated system running locally with frontend, backend, and data assets aligned.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Automated test suite with documented passing results.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Validated builds and cleaner lifecycle management in the API layer.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4  ·  Weekly milestone: Completed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6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Week 4 — Key outcomes &amp; message for the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8138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0D9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76352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✓ The application behaves as an integrated product—not isolated prototypes.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✓ Automated tests and build checks give evidence beyond screenshots.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✓ Technical debt reduced via lifespan migration and modular clarity.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✓ Ready for final documentation, optional deployment, and formal demonstration.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8138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9478"/>
                </a:solidFill>
                <a:latin typeface="Calibri"/>
              </a:rPr>
              <a:t>Thank you — questions &amp; feedback welcome.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4  ·  Weekly milestone: Completed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